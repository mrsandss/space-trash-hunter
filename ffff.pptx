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1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DECF7A-3FBC-1410-DDCA-8A112C39C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AE37D4-B696-CED3-5CC9-65D20E90F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5C69EE-2D2F-224B-0511-A64D36F66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CB23-783D-4959-85CD-87B37328A83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872F93-782F-143C-B4A7-EB08F7C57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63472B-5D1D-688F-B2DF-861718406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3761-069C-4297-9FC8-3EC9CEE246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3276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0A5217-4B66-761C-81F6-218E64AC8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EEF2B7-B545-B53F-889A-080EE40E6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2F26E9-E823-CD60-A5F6-1DA058ACA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CB23-783D-4959-85CD-87B37328A83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FEC66D-C324-3131-49A9-59FA426E8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E8F815-D939-1019-FEFE-978B93F58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3761-069C-4297-9FC8-3EC9CEE246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313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2858E0-4651-920A-D6AE-CDA75CE4A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82DCA5-2432-0227-69FE-140A7F937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B7DE6D-E17F-F3C3-C752-217CC035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CB23-783D-4959-85CD-87B37328A83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983459-1B54-F214-0DD5-B37FD7B4D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75F690-82FA-9009-413F-D1820BA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3761-069C-4297-9FC8-3EC9CEE246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2277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A34578-1C73-EC93-94EB-CB09551B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3A6133-C786-04CF-B92D-536AEFBBFD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56D9BD2-ECA6-E59B-A8D7-167C7C900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09384C-19AE-3004-44AE-7C21F0F77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CB23-783D-4959-85CD-87B37328A83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FDA1222-C29F-CFB6-7BF0-187A234D6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FE438C-44C5-7794-82EE-7B49A0CA7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3761-069C-4297-9FC8-3EC9CEE246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95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FC20A4-4DDD-45EE-BDFE-456CD9104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29D961-26F1-E38B-AF08-879F68DAE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9BB2B0-0693-BADB-8DF8-1E9DA20A0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074C742-F15A-490B-5973-9547E198E2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8093521-1F0D-45D3-C4DA-195A07E38C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7EC87BD-0215-B112-78B0-CE0607EBB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CB23-783D-4959-85CD-87B37328A83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B92FE41-5C1B-64DE-0B80-968206D36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89FA84A-3336-BB3A-4D76-BA7F92E1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3761-069C-4297-9FC8-3EC9CEE246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756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EF97CC-CF0C-D7EB-33AB-71090E19C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7D2F564-A23E-B32F-884C-A152A74EC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CB23-783D-4959-85CD-87B37328A83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A02A4D1-7F22-BBF2-3751-E0808AB2F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9B41F3F-92A4-1035-1065-32B084FCF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3761-069C-4297-9FC8-3EC9CEE246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186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B0A04B1-D186-286C-F3A6-A04981A7A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CB23-783D-4959-85CD-87B37328A83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417E4AB-4529-1575-02CA-9C398A171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D42EAF-8179-6D4F-015D-DD88930E7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3761-069C-4297-9FC8-3EC9CEE246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93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0617E2-08E5-E148-6EE5-C3C017213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ABC60-90DB-9A70-A92A-15EA6F158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99904C-D494-C060-AE48-7755FB53B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B5F5DF-5A67-E46B-7634-901FFD207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CB23-783D-4959-85CD-87B37328A83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002936-D146-AB47-5B8E-22CBD6B4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479212-64FA-E119-048F-58E97C722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3761-069C-4297-9FC8-3EC9CEE246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594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0E909-F1E8-2916-7437-DC2AD2F69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A390F13-0EF9-E4E5-4617-FEC3A91C7C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6683A8-F187-BF31-E3D0-99BD0D4C9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1BC02B-53BC-71D3-D3B5-CACC18229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CB23-783D-4959-85CD-87B37328A83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A3A024-18A8-0119-8ED8-68C9AE571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E0DFA3-118B-56F7-C1C1-87EBD3CA8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3761-069C-4297-9FC8-3EC9CEE246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795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C98EC8-879C-0765-8DB7-3E1E0EA45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8BF9C6B-F05B-D5D6-8C3E-942780C01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5FF043-BB27-FC15-A339-DBDA111CA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CB23-783D-4959-85CD-87B37328A83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3F01C1-FCB6-1715-B5C2-51AD348AE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AB9547-C86D-F4AC-8D53-9931D07DD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3761-069C-4297-9FC8-3EC9CEE246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390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945820D-3A61-F00F-A73C-60662FCBB5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CA37C16-E159-62E0-7242-D39E44402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F49C18-2CAB-447A-2ED5-D8185C60B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CB23-783D-4959-85CD-87B37328A83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19E34A-7B89-3243-4F96-F690D7F5B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8A1033-B02B-91D9-CDB7-ECFA34D99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3761-069C-4297-9FC8-3EC9CEE246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2962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6DEF33-E4EE-37B4-FAF6-40005FEF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5C2F77-D665-4708-F66C-5E53AF11A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072121-3EB1-5199-10F6-B0EF9CF35F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A2CB23-783D-4959-85CD-87B37328A83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E8896C-3443-8C5C-A052-240FB3389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9795D6-E27C-9CDF-206D-3D8E16DAF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E3761-069C-4297-9FC8-3EC9CEE246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767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455297-1DEC-3FB6-9AB7-DF2ED442CB5F}"/>
              </a:ext>
            </a:extLst>
          </p:cNvPr>
          <p:cNvSpPr txBox="1"/>
          <p:nvPr/>
        </p:nvSpPr>
        <p:spPr>
          <a:xfrm>
            <a:off x="1134893" y="764286"/>
            <a:ext cx="443540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Yandex Sans Display Bold" pitchFamily="2" charset="-52"/>
                <a:ea typeface="Minecraft Rus" panose="00000400000000000000" pitchFamily="2" charset="-128"/>
              </a:rPr>
              <a:t>Space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2FB47-D0AD-372A-9AE8-B679FBE25CA6}"/>
              </a:ext>
            </a:extLst>
          </p:cNvPr>
          <p:cNvSpPr txBox="1"/>
          <p:nvPr/>
        </p:nvSpPr>
        <p:spPr>
          <a:xfrm>
            <a:off x="1134893" y="1549116"/>
            <a:ext cx="4435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Yandex Sans Display Bold" pitchFamily="2" charset="-52"/>
                <a:ea typeface="Minecraft Rus" panose="00000400000000000000" pitchFamily="2" charset="-128"/>
              </a:rPr>
              <a:t>Trash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6FD23C-E18B-5A6E-F0D5-29D8FFED9AA5}"/>
              </a:ext>
            </a:extLst>
          </p:cNvPr>
          <p:cNvSpPr txBox="1"/>
          <p:nvPr/>
        </p:nvSpPr>
        <p:spPr>
          <a:xfrm>
            <a:off x="1134893" y="1796081"/>
            <a:ext cx="48691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Yandex Sans Display Bold" pitchFamily="2" charset="-52"/>
                <a:ea typeface="Minecraft Rus" panose="00000400000000000000" pitchFamily="2" charset="-128"/>
              </a:rPr>
              <a:t>Hunter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942CCC6-DD90-A3C3-BB64-1999471B37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35316">
            <a:off x="10027100" y="4711069"/>
            <a:ext cx="1784948" cy="11952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29C0AE-2D24-AE8F-5E67-CDE0B97FEEDC}"/>
              </a:ext>
            </a:extLst>
          </p:cNvPr>
          <p:cNvSpPr txBox="1"/>
          <p:nvPr/>
        </p:nvSpPr>
        <p:spPr>
          <a:xfrm>
            <a:off x="0" y="6427113"/>
            <a:ext cx="9348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solidFill>
                  <a:schemeClr val="bg1">
                    <a:alpha val="11000"/>
                  </a:schemeClr>
                </a:solidFill>
                <a:latin typeface="Yandex Sans Text Bold" pitchFamily="2" charset="-52"/>
              </a:rPr>
              <a:t>Абдуллин</a:t>
            </a:r>
          </a:p>
          <a:p>
            <a:r>
              <a:rPr lang="ru-RU" sz="1100" dirty="0">
                <a:solidFill>
                  <a:schemeClr val="bg1">
                    <a:alpha val="11000"/>
                  </a:schemeClr>
                </a:solidFill>
                <a:latin typeface="Yandex Sans Text Bold" pitchFamily="2" charset="-52"/>
              </a:rPr>
              <a:t>Белоногов</a:t>
            </a:r>
          </a:p>
        </p:txBody>
      </p:sp>
    </p:spTree>
    <p:extLst>
      <p:ext uri="{BB962C8B-B14F-4D97-AF65-F5344CB8AC3E}">
        <p14:creationId xmlns:p14="http://schemas.microsoft.com/office/powerpoint/2010/main" val="1462950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4B351-5483-F460-5781-5393A7323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4CA2B7-2FB7-4652-409F-6E5F4CB14CE1}"/>
              </a:ext>
            </a:extLst>
          </p:cNvPr>
          <p:cNvSpPr txBox="1"/>
          <p:nvPr/>
        </p:nvSpPr>
        <p:spPr>
          <a:xfrm>
            <a:off x="1134893" y="764286"/>
            <a:ext cx="443540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>
                <a:solidFill>
                  <a:schemeClr val="bg1"/>
                </a:solidFill>
                <a:latin typeface="Yandex Sans Display Bold" pitchFamily="2" charset="-52"/>
                <a:ea typeface="Minecraft Rus" panose="00000400000000000000" pitchFamily="2" charset="-128"/>
              </a:rPr>
              <a:t>Введение</a:t>
            </a:r>
            <a:endParaRPr lang="en-US" sz="6600" dirty="0">
              <a:solidFill>
                <a:schemeClr val="bg1"/>
              </a:solidFill>
              <a:latin typeface="Yandex Sans Display Bold" pitchFamily="2" charset="-52"/>
              <a:ea typeface="Minecraft Rus" panose="00000400000000000000" pitchFamily="2" charset="-128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8049A8-0D40-9D29-703F-3746F2420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35316">
            <a:off x="10027100" y="4711069"/>
            <a:ext cx="1784948" cy="11952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17E3A8-8A63-CC49-095E-3162691A518C}"/>
              </a:ext>
            </a:extLst>
          </p:cNvPr>
          <p:cNvSpPr txBox="1"/>
          <p:nvPr/>
        </p:nvSpPr>
        <p:spPr>
          <a:xfrm>
            <a:off x="1134893" y="2522220"/>
            <a:ext cx="5035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Yandex Sans Text Bold" pitchFamily="2" charset="-52"/>
              </a:rPr>
              <a:t>Ты – собиратель космического мусора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D1625-638B-31FE-7F26-11F8318EBDC9}"/>
              </a:ext>
            </a:extLst>
          </p:cNvPr>
          <p:cNvSpPr txBox="1"/>
          <p:nvPr/>
        </p:nvSpPr>
        <p:spPr>
          <a:xfrm>
            <a:off x="1134893" y="2836878"/>
            <a:ext cx="62167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Yandex Sans Text Bold" pitchFamily="2" charset="-52"/>
              </a:rPr>
              <a:t>Твоя цель – очистить космос и остаться в живых</a:t>
            </a:r>
          </a:p>
        </p:txBody>
      </p:sp>
    </p:spTree>
    <p:extLst>
      <p:ext uri="{BB962C8B-B14F-4D97-AF65-F5344CB8AC3E}">
        <p14:creationId xmlns:p14="http://schemas.microsoft.com/office/powerpoint/2010/main" val="1763982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464B1-52FF-9B4B-88B0-5441B74A4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341C6F-5C92-2F99-72E5-4DDC3BE484D9}"/>
              </a:ext>
            </a:extLst>
          </p:cNvPr>
          <p:cNvSpPr txBox="1"/>
          <p:nvPr/>
        </p:nvSpPr>
        <p:spPr>
          <a:xfrm>
            <a:off x="1134893" y="764286"/>
            <a:ext cx="52464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>
                <a:solidFill>
                  <a:schemeClr val="bg1"/>
                </a:solidFill>
                <a:latin typeface="Yandex Sans Display Bold" pitchFamily="2" charset="-52"/>
                <a:ea typeface="Minecraft Rus" panose="00000400000000000000" pitchFamily="2" charset="-128"/>
              </a:rPr>
              <a:t>Реализация</a:t>
            </a:r>
            <a:endParaRPr lang="en-US" sz="6600" dirty="0">
              <a:solidFill>
                <a:schemeClr val="bg1"/>
              </a:solidFill>
              <a:latin typeface="Yandex Sans Display Bold" pitchFamily="2" charset="-52"/>
              <a:ea typeface="Minecraft Rus" panose="00000400000000000000" pitchFamily="2" charset="-128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19DC37C-3254-BC86-054B-F74E77EDF89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35316">
            <a:off x="10027100" y="4711069"/>
            <a:ext cx="1784948" cy="11952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F8C20A-3064-B105-F40E-721A3C1D4B41}"/>
              </a:ext>
            </a:extLst>
          </p:cNvPr>
          <p:cNvSpPr txBox="1"/>
          <p:nvPr/>
        </p:nvSpPr>
        <p:spPr>
          <a:xfrm>
            <a:off x="1134893" y="2092970"/>
            <a:ext cx="7468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Yandex Sans Text Bold" pitchFamily="2" charset="-52"/>
              </a:rPr>
              <a:t>Проект разделен на два основных файла</a:t>
            </a:r>
            <a:r>
              <a:rPr lang="en-US" sz="2800" dirty="0">
                <a:solidFill>
                  <a:schemeClr val="bg1"/>
                </a:solidFill>
                <a:latin typeface="Yandex Sans Text Bold" pitchFamily="2" charset="-52"/>
              </a:rPr>
              <a:t>:</a:t>
            </a:r>
            <a:endParaRPr lang="ru-RU" sz="2800" dirty="0">
              <a:solidFill>
                <a:schemeClr val="bg1"/>
              </a:solidFill>
              <a:latin typeface="Yandex Sans Text Bold" pitchFamily="2" charset="-5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285458-8039-F813-3DBC-83F273E1BF38}"/>
              </a:ext>
            </a:extLst>
          </p:cNvPr>
          <p:cNvSpPr txBox="1"/>
          <p:nvPr/>
        </p:nvSpPr>
        <p:spPr>
          <a:xfrm>
            <a:off x="1134893" y="2616190"/>
            <a:ext cx="66447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Yandex Sans Text Bold" pitchFamily="2" charset="-52"/>
              </a:rPr>
              <a:t>main.py – </a:t>
            </a:r>
            <a:r>
              <a:rPr lang="ru-RU" sz="2000" dirty="0">
                <a:solidFill>
                  <a:schemeClr val="bg1"/>
                </a:solidFill>
                <a:latin typeface="Yandex Sans Text Bold" pitchFamily="2" charset="-52"/>
              </a:rPr>
              <a:t>логика игры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Yandex Sans Text Bold" pitchFamily="2" charset="-52"/>
              </a:rPr>
              <a:t>sprites.py – </a:t>
            </a:r>
            <a:r>
              <a:rPr lang="ru-RU" sz="2000" dirty="0">
                <a:solidFill>
                  <a:schemeClr val="bg1"/>
                </a:solidFill>
                <a:latin typeface="Yandex Sans Text Bold" pitchFamily="2" charset="-52"/>
              </a:rPr>
              <a:t>все игровые объекты и их поведение</a:t>
            </a:r>
          </a:p>
        </p:txBody>
      </p:sp>
    </p:spTree>
    <p:extLst>
      <p:ext uri="{BB962C8B-B14F-4D97-AF65-F5344CB8AC3E}">
        <p14:creationId xmlns:p14="http://schemas.microsoft.com/office/powerpoint/2010/main" val="2248483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BC235-3FBD-F7D1-7F23-9B7225B41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32A3EB-74E8-1660-53EE-BDD8A282846D}"/>
              </a:ext>
            </a:extLst>
          </p:cNvPr>
          <p:cNvSpPr txBox="1"/>
          <p:nvPr/>
        </p:nvSpPr>
        <p:spPr>
          <a:xfrm>
            <a:off x="1134892" y="764286"/>
            <a:ext cx="75398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>
                <a:solidFill>
                  <a:schemeClr val="bg1"/>
                </a:solidFill>
                <a:latin typeface="Yandex Sans Display Bold" pitchFamily="2" charset="-52"/>
                <a:ea typeface="Minecraft Rus" panose="00000400000000000000" pitchFamily="2" charset="-128"/>
              </a:rPr>
              <a:t>Основные классы</a:t>
            </a:r>
            <a:endParaRPr lang="en-US" sz="6600" dirty="0">
              <a:solidFill>
                <a:schemeClr val="bg1"/>
              </a:solidFill>
              <a:latin typeface="Yandex Sans Display Bold" pitchFamily="2" charset="-52"/>
              <a:ea typeface="Minecraft Rus" panose="00000400000000000000" pitchFamily="2" charset="-128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8BF99FB-915D-3A35-5938-F758B3B093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35316">
            <a:off x="10027100" y="4711069"/>
            <a:ext cx="1784948" cy="11952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CE9A44-7590-B8CA-1AB0-C02073C300AE}"/>
              </a:ext>
            </a:extLst>
          </p:cNvPr>
          <p:cNvSpPr txBox="1"/>
          <p:nvPr/>
        </p:nvSpPr>
        <p:spPr>
          <a:xfrm>
            <a:off x="1134892" y="2151727"/>
            <a:ext cx="620714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Yandex Sans Text Bold" pitchFamily="2" charset="-52"/>
              </a:rPr>
              <a:t>Player – </a:t>
            </a:r>
            <a:r>
              <a:rPr lang="ru-RU" sz="2000" dirty="0">
                <a:solidFill>
                  <a:schemeClr val="bg1"/>
                </a:solidFill>
                <a:latin typeface="Yandex Sans Text Bold" pitchFamily="2" charset="-52"/>
              </a:rPr>
              <a:t>корабль игрока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Yandex Sans Text Bold" pitchFamily="2" charset="-52"/>
              </a:rPr>
              <a:t>ShipThruster</a:t>
            </a:r>
            <a:r>
              <a:rPr lang="en-US" sz="2000" dirty="0">
                <a:solidFill>
                  <a:schemeClr val="bg1"/>
                </a:solidFill>
                <a:latin typeface="Yandex Sans Text Bold" pitchFamily="2" charset="-52"/>
              </a:rPr>
              <a:t> – </a:t>
            </a:r>
            <a:r>
              <a:rPr lang="ru-RU" sz="2000" dirty="0">
                <a:solidFill>
                  <a:schemeClr val="bg1"/>
                </a:solidFill>
                <a:latin typeface="Yandex Sans Text Bold" pitchFamily="2" charset="-52"/>
              </a:rPr>
              <a:t>визуальный эффект двигателя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Yandex Sans Text Bold" pitchFamily="2" charset="-52"/>
              </a:rPr>
              <a:t>Asteroid – </a:t>
            </a:r>
            <a:r>
              <a:rPr lang="ru-RU" sz="2000" dirty="0">
                <a:solidFill>
                  <a:schemeClr val="bg1"/>
                </a:solidFill>
                <a:latin typeface="Yandex Sans Text Bold" pitchFamily="2" charset="-52"/>
              </a:rPr>
              <a:t>астероиды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Yandex Sans Text Bold" pitchFamily="2" charset="-52"/>
              </a:rPr>
              <a:t>Trash – </a:t>
            </a:r>
            <a:r>
              <a:rPr lang="ru-RU" sz="2000" dirty="0">
                <a:solidFill>
                  <a:schemeClr val="bg1"/>
                </a:solidFill>
                <a:latin typeface="Yandex Sans Text Bold" pitchFamily="2" charset="-52"/>
              </a:rPr>
              <a:t>собираемые предметы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Yandex Sans Text Bold" pitchFamily="2" charset="-52"/>
              </a:rPr>
              <a:t>RepairKit</a:t>
            </a:r>
            <a:r>
              <a:rPr lang="en-US" sz="2000" dirty="0">
                <a:solidFill>
                  <a:schemeClr val="bg1"/>
                </a:solidFill>
                <a:latin typeface="Yandex Sans Text Bold" pitchFamily="2" charset="-52"/>
              </a:rPr>
              <a:t> – </a:t>
            </a:r>
            <a:r>
              <a:rPr lang="ru-RU" sz="2000" dirty="0">
                <a:solidFill>
                  <a:schemeClr val="bg1"/>
                </a:solidFill>
                <a:latin typeface="Yandex Sans Text Bold" pitchFamily="2" charset="-52"/>
              </a:rPr>
              <a:t>аптечки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Yandex Sans Text Bold" pitchFamily="2" charset="-52"/>
              </a:rPr>
              <a:t>Bullet – </a:t>
            </a:r>
            <a:r>
              <a:rPr lang="ru-RU" sz="2000" dirty="0">
                <a:solidFill>
                  <a:schemeClr val="bg1"/>
                </a:solidFill>
                <a:latin typeface="Yandex Sans Text Bold" pitchFamily="2" charset="-52"/>
              </a:rPr>
              <a:t>пули игрока и врагов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Yandex Sans Text Bold" pitchFamily="2" charset="-52"/>
              </a:rPr>
              <a:t>ExplosionParticle</a:t>
            </a:r>
            <a:r>
              <a:rPr lang="en-US" sz="2000" dirty="0">
                <a:solidFill>
                  <a:schemeClr val="bg1"/>
                </a:solidFill>
                <a:latin typeface="Yandex Sans Text Bold" pitchFamily="2" charset="-52"/>
              </a:rPr>
              <a:t> – </a:t>
            </a:r>
            <a:r>
              <a:rPr lang="ru-RU" sz="2000" dirty="0">
                <a:solidFill>
                  <a:schemeClr val="bg1"/>
                </a:solidFill>
                <a:latin typeface="Yandex Sans Text Bold" pitchFamily="2" charset="-52"/>
              </a:rPr>
              <a:t>частицы взрывов</a:t>
            </a:r>
            <a:endParaRPr lang="en-US" sz="2000" dirty="0">
              <a:solidFill>
                <a:schemeClr val="bg1"/>
              </a:solidFill>
              <a:latin typeface="Yandex Sans Text Bold" pitchFamily="2" charset="-5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andex Sans Text Bold" pitchFamily="2" charset="-52"/>
              </a:rPr>
              <a:t>Классы врагов (много)</a:t>
            </a:r>
          </a:p>
        </p:txBody>
      </p:sp>
    </p:spTree>
    <p:extLst>
      <p:ext uri="{BB962C8B-B14F-4D97-AF65-F5344CB8AC3E}">
        <p14:creationId xmlns:p14="http://schemas.microsoft.com/office/powerpoint/2010/main" val="2677803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A7EF6-A54F-3EFB-E9DD-E420E850F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FA88B9-25B7-4604-A998-366CB62398F2}"/>
              </a:ext>
            </a:extLst>
          </p:cNvPr>
          <p:cNvSpPr txBox="1"/>
          <p:nvPr/>
        </p:nvSpPr>
        <p:spPr>
          <a:xfrm>
            <a:off x="1134893" y="764286"/>
            <a:ext cx="52464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>
                <a:solidFill>
                  <a:schemeClr val="bg1"/>
                </a:solidFill>
                <a:latin typeface="Yandex Sans Display Bold" pitchFamily="2" charset="-52"/>
                <a:ea typeface="Minecraft Rus" panose="00000400000000000000" pitchFamily="2" charset="-128"/>
              </a:rPr>
              <a:t>Технологии</a:t>
            </a:r>
            <a:endParaRPr lang="en-US" sz="6600" dirty="0">
              <a:solidFill>
                <a:schemeClr val="bg1"/>
              </a:solidFill>
              <a:latin typeface="Yandex Sans Display Bold" pitchFamily="2" charset="-52"/>
              <a:ea typeface="Minecraft Rus" panose="00000400000000000000" pitchFamily="2" charset="-128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D57ABCD-D474-82DA-44AC-AAA55F8B2BF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35316">
            <a:off x="10027100" y="4711069"/>
            <a:ext cx="1784948" cy="11952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65D336-27C6-7E1A-7688-E9D428C365D3}"/>
              </a:ext>
            </a:extLst>
          </p:cNvPr>
          <p:cNvSpPr txBox="1"/>
          <p:nvPr/>
        </p:nvSpPr>
        <p:spPr>
          <a:xfrm>
            <a:off x="1134893" y="2098832"/>
            <a:ext cx="153920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Yandex Sans Text Bold" pitchFamily="2" charset="-52"/>
              </a:rPr>
              <a:t>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Yandex Sans Text Bold" pitchFamily="2" charset="-52"/>
              </a:rPr>
              <a:t>Arcade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Yandex Sans Text Bold" pitchFamily="2" charset="-52"/>
              </a:rPr>
              <a:t>JSON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Yandex Sans Text Bold" pitchFamily="2" charset="-52"/>
              </a:rPr>
              <a:t>Math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Yandex Sans Text Bold" pitchFamily="2" charset="-52"/>
              </a:rPr>
              <a:t>Random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bg1"/>
              </a:solidFill>
              <a:latin typeface="Yandex Sans Text Bold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643182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340BF-9430-BCB6-F6B7-5D0B0C7C0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F75080-6ABC-C978-4ECF-9C9B67E23465}"/>
              </a:ext>
            </a:extLst>
          </p:cNvPr>
          <p:cNvSpPr txBox="1"/>
          <p:nvPr/>
        </p:nvSpPr>
        <p:spPr>
          <a:xfrm>
            <a:off x="1134893" y="764286"/>
            <a:ext cx="53260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>
                <a:solidFill>
                  <a:schemeClr val="bg1"/>
                </a:solidFill>
                <a:latin typeface="Yandex Sans Display Bold" pitchFamily="2" charset="-52"/>
                <a:ea typeface="Minecraft Rus" panose="00000400000000000000" pitchFamily="2" charset="-128"/>
              </a:rPr>
              <a:t>Заключение</a:t>
            </a:r>
            <a:endParaRPr lang="en-US" sz="6600" dirty="0">
              <a:solidFill>
                <a:schemeClr val="bg1"/>
              </a:solidFill>
              <a:latin typeface="Yandex Sans Display Bold" pitchFamily="2" charset="-52"/>
              <a:ea typeface="Minecraft Rus" panose="00000400000000000000" pitchFamily="2" charset="-128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A008C27-24D1-2CDA-D832-0F4B8DDECD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35316">
            <a:off x="10027100" y="4711069"/>
            <a:ext cx="1784948" cy="11952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401117-88CE-4863-066E-A9441B8D4497}"/>
              </a:ext>
            </a:extLst>
          </p:cNvPr>
          <p:cNvSpPr txBox="1"/>
          <p:nvPr/>
        </p:nvSpPr>
        <p:spPr>
          <a:xfrm>
            <a:off x="1047386" y="2185336"/>
            <a:ext cx="8837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Yandex Sans Text Bold" pitchFamily="2" charset="-52"/>
              </a:rPr>
              <a:t>В</a:t>
            </a:r>
            <a:r>
              <a:rPr lang="en-US" sz="2800" dirty="0">
                <a:solidFill>
                  <a:schemeClr val="bg1"/>
                </a:solidFill>
                <a:latin typeface="Yandex Sans Text Bold" pitchFamily="2" charset="-52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Yandex Sans Text Bold" pitchFamily="2" charset="-52"/>
              </a:rPr>
              <a:t>ходе работы была создана полноценна </a:t>
            </a:r>
            <a:r>
              <a:rPr lang="en-US" sz="2800" dirty="0">
                <a:solidFill>
                  <a:schemeClr val="bg1"/>
                </a:solidFill>
                <a:latin typeface="Yandex Sans Text Bold" pitchFamily="2" charset="-52"/>
              </a:rPr>
              <a:t>2D-</a:t>
            </a:r>
            <a:r>
              <a:rPr lang="ru-RU" sz="2800" dirty="0">
                <a:solidFill>
                  <a:schemeClr val="bg1"/>
                </a:solidFill>
                <a:latin typeface="Yandex Sans Text Bold" pitchFamily="2" charset="-52"/>
              </a:rPr>
              <a:t>игра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B103D8-4C30-9761-B219-D532988B1ADD}"/>
              </a:ext>
            </a:extLst>
          </p:cNvPr>
          <p:cNvSpPr txBox="1"/>
          <p:nvPr/>
        </p:nvSpPr>
        <p:spPr>
          <a:xfrm>
            <a:off x="1047386" y="2708556"/>
            <a:ext cx="835998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Yandex Sans Text Bold" pitchFamily="2" charset="-52"/>
              </a:rPr>
              <a:t>Проект показал возможности ООП-подхода</a:t>
            </a:r>
          </a:p>
          <a:p>
            <a:r>
              <a:rPr lang="ru-RU" sz="2800" dirty="0">
                <a:solidFill>
                  <a:schemeClr val="bg1"/>
                </a:solidFill>
                <a:latin typeface="Yandex Sans Text Bold" pitchFamily="2" charset="-52"/>
              </a:rPr>
              <a:t>И имеет потенциал для дальнейшего развития</a:t>
            </a:r>
          </a:p>
        </p:txBody>
      </p:sp>
    </p:spTree>
    <p:extLst>
      <p:ext uri="{BB962C8B-B14F-4D97-AF65-F5344CB8AC3E}">
        <p14:creationId xmlns:p14="http://schemas.microsoft.com/office/powerpoint/2010/main" val="16710176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105</Words>
  <Application>Microsoft Office PowerPoint</Application>
  <PresentationFormat>Широкоэкранный</PresentationFormat>
  <Paragraphs>31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Yandex Sans Display Bold</vt:lpstr>
      <vt:lpstr>Yandex Sans Text 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Belonogov Radmir</dc:creator>
  <cp:lastModifiedBy>Belonogov Radmir</cp:lastModifiedBy>
  <cp:revision>2</cp:revision>
  <dcterms:created xsi:type="dcterms:W3CDTF">2026-01-26T08:16:53Z</dcterms:created>
  <dcterms:modified xsi:type="dcterms:W3CDTF">2026-01-28T13:41:09Z</dcterms:modified>
</cp:coreProperties>
</file>